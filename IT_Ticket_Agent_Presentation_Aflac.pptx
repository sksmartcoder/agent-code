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B71"/>
                </a:solidFill>
              </a:defRPr>
            </a:pPr>
            <a:r>
              <a:t>🦆 IT Ticket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AI-Powered IT Support Triage · Auto-Resolution ·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A4E4"/>
                </a:solidFill>
              </a:defRPr>
            </a:pPr>
            <a:r>
              <a:t>Aflac  ·  AWS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Engineers spend 2–4 hours diagnosing issues already solved last week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No institutional memory — every incident starts from scratch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Tickets land with the wrong team, causing delays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No audit trail of what was tried or what worked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80% of IT tickets are recurring patterns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→ Slow resolution · Frustrated teams · Repeated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An AI agent that reads, classifies, remembers, and resolves IT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Understands natural language tickets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Classifies by category (CI/CD, Data, Infra, IAM, Network) and severity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Checks pattern memory — detects if issue was solved before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Routes to the right specialist AI agent automatically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Suggests proven fixes for recurring issues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Human approves every fix before it's applied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Learns from every resolution — gets smarter over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⚡  Recurring issues resolved in seconds (was 30–60 min)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🎯  5 specialist domains: CI/CD, Data/ETL, Infra, IAM, Network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🧠  Self-learning — improves with every resolved ticket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👤  Human-in-the-loop — operator approves every fix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📊  Full audit trail — every decision logged and traceable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🔒  Compliance ready — no auto-apply without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1.  Ticket submitted → AI reads and classifies instantly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2.  Pattern memory checked → known issue? suggest proven fix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3.  New issue? → specialist agent investigates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4.  Agent provides remediation steps + confidence score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5.  Human operator reviews and approves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6.  Resolution saved → system learns for next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Technical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Entry: S3 Static Dashboard → Lambda API → AgentCore Runtime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Master Agent (Strands SDK + Bedrock Nova Lite)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  → Classifies ticket → Matches patterns → Routes to specialist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Specialist Sub-Agents: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  CI/CD · Data/ETL · Infrastructure · Access/IAM · Network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Agent Message Bus — agents collaborate and share context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• AWS Services: Bedrock, Lambda, S3, AgentCore, CloudWatch, Glue, DynamoDB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Live 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🔧  CI/CD — Pipeline failed, ECS OOM → RECURRING, 88% match, fix in seconds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🗄  Data/ETL — Glue job timeout → NEW, auto Glue job re-trigger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🖥  Infrastructure — EC2 unreachable, disk 98% → NEW, P1 Critical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🔑  Access/IAM — Lambda can't write to S3 → Permission fix suggested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🌐  Network — API Gateway 503, health checks failing → SG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What worked well: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Amazon Nova Lite — fast, accurate, no legacy issues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S3 static site + Lambda — zero config, shareable URL instantly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Agent Message Bus — clean tracing of agent interactions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Challenges overcome: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Switched from Claude (legacy) to Nova on day 1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AgentCore 30s cold start — optimized with in-memory patterns</a:t>
            </a:r>
          </a:p>
          <a:p>
            <a:pPr>
              <a:spcAft>
                <a:spcPts val="1400"/>
              </a:spcAft>
              <a:defRPr sz="1600">
                <a:solidFill>
                  <a:srgbClr val="1A1A1A"/>
                </a:solidFill>
              </a:defRPr>
            </a:pPr>
            <a:r>
              <a:t>  • Lambda Function URL restrictions — used S3 static hosting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B71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Roadmap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Real DynamoDB — persistent ticket history and pattern learning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Slack / Email alerts — notify on-call for P1 tickets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Analytics dashboard — track MTTR, patterns, agent performance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Real Glue integration — actual ETL auto-remediation</a:t>
            </a:r>
          </a:p>
          <a:p>
            <a:pPr>
              <a:spcAft>
                <a:spcPts val="1400"/>
              </a:spcAft>
              <a:defRPr sz="1800">
                <a:solidFill>
                  <a:srgbClr val="1A1A1A"/>
                </a:solidFill>
              </a:defRPr>
            </a:pPr>
            <a:r>
              <a:t>• API Gateway — integrate with ServiceNow, Jira, PagerDuty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la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217920"/>
            <a:ext cx="13716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B71"/>
                </a:solidFill>
              </a:defRPr>
            </a:pPr>
            <a:r>
              <a:t>🦆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Dashboard: http://amzn-hackthon-it-ticket-system.s3-website-us-west-2.amazonaws.com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GitHub: https://github.com/sksmartcoder/agent-code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</a:p>
          <a:p>
            <a:pPr algn="ctr">
              <a:defRPr sz="1400">
                <a:solidFill>
                  <a:srgbClr val="555555"/>
                </a:solidFill>
              </a:defRPr>
            </a:pPr>
            <a:r>
              <a:t>Built with: Amazon Bedrock · Strands SDK · AgentCore · Lambda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