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85"/>
    <p:restoredTop sz="94643"/>
  </p:normalViewPr>
  <p:slideViewPr>
    <p:cSldViewPr snapToGrid="0" snapToObjects="1">
      <p:cViewPr varScale="1">
        <p:scale>
          <a:sx n="120" d="100"/>
          <a:sy n="120" d="100"/>
        </p:scale>
        <p:origin x="3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74969" y="2011680"/>
            <a:ext cx="601158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B71"/>
                </a:solidFill>
              </a:defRPr>
            </a:pPr>
            <a:r>
              <a:rPr dirty="0"/>
              <a:t> IT Ticket Intelligence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55555"/>
                </a:solidFill>
              </a:defRPr>
            </a:pPr>
            <a:r>
              <a:rPr dirty="0"/>
              <a:t>AI-Powered IT Support Triage · Auto-Resolution · Human-in-the-Loop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21531" y="4075985"/>
            <a:ext cx="231845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A4E4"/>
                </a:solidFill>
              </a:defRPr>
            </a:pPr>
            <a:r>
              <a:rPr dirty="0">
                <a:solidFill>
                  <a:schemeClr val="bg1"/>
                </a:solidFill>
              </a:rPr>
              <a:t>Aflac  ·  AWS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Engineers spend 2–4 hours diagnosing issues already solved last week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No institutional memory </a:t>
            </a:r>
            <a:r>
              <a:rPr lang="en-US" dirty="0"/>
              <a:t>-</a:t>
            </a:r>
            <a:r>
              <a:rPr dirty="0"/>
              <a:t> every incident starts from scratch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Tickets land with the wrong team, causing delays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No audit trail of what was tried or what worked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80% of IT tickets are recurring patterns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endParaRPr dirty="0"/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→ Slow resolution · Frustrated teams · Repeated mistakes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An AI agent that reads, classifies, remembers, and resolves IT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Understands natural language tickets instantly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Classifies by category (CI/CD, Data, Infra, IAM, Network) and severity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Checks pattern memory </a:t>
            </a:r>
            <a:r>
              <a:rPr lang="en-US" dirty="0"/>
              <a:t>-</a:t>
            </a:r>
            <a:r>
              <a:rPr dirty="0"/>
              <a:t> detects if issue was solved before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Routes to the right specialist AI agent automatically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Suggests proven fixes for recurring issues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Human approves every fix before it's applied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Learns from every resolution </a:t>
            </a:r>
            <a:r>
              <a:rPr lang="en-US" dirty="0"/>
              <a:t>-</a:t>
            </a:r>
            <a:r>
              <a:rPr dirty="0"/>
              <a:t> gets smarter over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A1A1A"/>
                </a:solidFill>
              </a:defRPr>
            </a:pPr>
            <a:r>
              <a:rPr dirty="0"/>
              <a:t>  Recurring issues resolved in seconds (was 30–60 min)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A1A1A"/>
                </a:solidFill>
              </a:defRPr>
            </a:pPr>
            <a:r>
              <a:rPr dirty="0"/>
              <a:t> 5 specialist domains: CI/CD, Data/ETL, Infra, IAM, Network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A1A1A"/>
                </a:solidFill>
              </a:defRPr>
            </a:pPr>
            <a:r>
              <a:rPr dirty="0"/>
              <a:t> Self-learning — improves with every resolved ticket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A1A1A"/>
                </a:solidFill>
              </a:defRPr>
            </a:pPr>
            <a:r>
              <a:rPr dirty="0"/>
              <a:t> Human-in-the-loop — operator approves every fix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A1A1A"/>
                </a:solidFill>
              </a:defRPr>
            </a:pPr>
            <a:r>
              <a:rPr lang="en-US" dirty="0"/>
              <a:t> </a:t>
            </a:r>
            <a:r>
              <a:rPr dirty="0"/>
              <a:t>Full audit trail — every decision logged and traceable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A1A1A"/>
                </a:solidFill>
              </a:defRPr>
            </a:pPr>
            <a:r>
              <a:rPr dirty="0"/>
              <a:t> Compliance ready — no auto-apply without approval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1.  Ticket submitted → AI reads and classifies instantly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2.  Pattern memory checked → known issue? suggest proven fix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3.  New issue? → specialist agent investigates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4.  Agent provides remediation steps + confidence score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5.  Human operator reviews and approves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6.  Resolution saved → system learns for next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Technical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174014" cy="7822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rPr sz="1800" dirty="0"/>
              <a:t>• AI Model: Amazon Bedrock Nova Lite (via boto3)</a:t>
            </a:r>
            <a:endParaRPr lang="en-US" sz="1800" dirty="0"/>
          </a:p>
          <a:p>
            <a:pPr>
              <a:spcAft>
                <a:spcPts val="1400"/>
              </a:spcAft>
            </a:pPr>
            <a:r>
              <a:rPr lang="en-US" dirty="0"/>
              <a:t>• Agent Framework: Strands SDK + custom Agent Message Bus</a:t>
            </a:r>
          </a:p>
          <a:p>
            <a:pPr>
              <a:spcAft>
                <a:spcPts val="1400"/>
              </a:spcAft>
            </a:pPr>
            <a:r>
              <a:rPr lang="en-US" dirty="0"/>
              <a:t>• Runtime: </a:t>
            </a:r>
            <a:r>
              <a:rPr lang="en-US" dirty="0" err="1"/>
              <a:t>AgentCore</a:t>
            </a:r>
            <a:r>
              <a:rPr lang="en-US" dirty="0"/>
              <a:t> (with STM memory)</a:t>
            </a:r>
          </a:p>
          <a:p>
            <a:pPr>
              <a:spcAft>
                <a:spcPts val="1400"/>
              </a:spcAft>
            </a:pPr>
            <a:r>
              <a:rPr lang="en-US" dirty="0"/>
              <a:t>• API: Lambda Function + S3 Static Dashboard</a:t>
            </a:r>
          </a:p>
          <a:p>
            <a:pPr>
              <a:spcAft>
                <a:spcPts val="1400"/>
              </a:spcAft>
            </a:pPr>
            <a:r>
              <a:rPr lang="en-US" dirty="0"/>
              <a:t>• Storage: DynamoDB + S3 Knowledge Base (mocked via moto)</a:t>
            </a:r>
          </a:p>
          <a:p>
            <a:pPr>
              <a:spcAft>
                <a:spcPts val="1400"/>
              </a:spcAft>
            </a:pPr>
            <a:r>
              <a:rPr lang="en-US" dirty="0"/>
              <a:t>• Auto-remediation: Glue job re-trigger (simulated, production-ready)</a:t>
            </a:r>
          </a:p>
          <a:p>
            <a:pPr>
              <a:spcAft>
                <a:spcPts val="1400"/>
              </a:spcAft>
            </a:pPr>
            <a:r>
              <a:rPr lang="en-US" dirty="0"/>
              <a:t>• Observability: CloudWatch + Agent Tracer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 sz="1800" dirty="0"/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 dirty="0"/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 dirty="0"/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 dirty="0"/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 dirty="0"/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 dirty="0"/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 dirty="0"/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 dirty="0"/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 dirty="0"/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 dirty="0"/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Live Demo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A1A1A"/>
                </a:solidFill>
              </a:defRPr>
            </a:pPr>
            <a:r>
              <a:rPr dirty="0"/>
              <a:t> CI/CD — Pipeline failed, ECS OOM → RECURRING, 88% match, fix in seconds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A1A1A"/>
                </a:solidFill>
              </a:defRPr>
            </a:pPr>
            <a:r>
              <a:rPr dirty="0"/>
              <a:t>Data/ETL — Glue job timeout → NEW, auto Glue job re-trigger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A1A1A"/>
                </a:solidFill>
              </a:defRPr>
            </a:pPr>
            <a:r>
              <a:rPr dirty="0"/>
              <a:t>Infrastructure — EC2 unreachable, disk 98% → NEW, P1 Critical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A1A1A"/>
                </a:solidFill>
              </a:defRPr>
            </a:pPr>
            <a:r>
              <a:rPr dirty="0"/>
              <a:t> Access/IAM — Lambda can't write to S3 → Permission fix suggested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A1A1A"/>
                </a:solidFill>
              </a:defRPr>
            </a:pPr>
            <a:r>
              <a:rPr dirty="0"/>
              <a:t> Network — API Gateway 503, health checks failing → SG fix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Key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rPr dirty="0"/>
              <a:t>What worked well:</a:t>
            </a:r>
            <a:endParaRPr lang="en-US" dirty="0"/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600">
                <a:solidFill>
                  <a:srgbClr val="1A1A1A"/>
                </a:solidFill>
              </a:defRPr>
            </a:pPr>
            <a:r>
              <a:rPr lang="en-US" sz="1600" dirty="0"/>
              <a:t>Kiro Specs turned our idea into a structured doc that even non-technical users could follow during the build.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600">
                <a:solidFill>
                  <a:srgbClr val="1A1A1A"/>
                </a:solidFill>
              </a:defRPr>
            </a:pPr>
            <a:r>
              <a:rPr dirty="0"/>
              <a:t>Amazon Nova Lite — fast, accurate, no legacy issues</a:t>
            </a:r>
            <a:endParaRPr lang="en-US" dirty="0"/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600">
                <a:solidFill>
                  <a:srgbClr val="1A1A1A"/>
                </a:solidFill>
              </a:defRPr>
            </a:pPr>
            <a:r>
              <a:rPr dirty="0"/>
              <a:t>S3 static site + Lambda — zero config, shareable URL instantly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rPr dirty="0"/>
              <a:t>Challenges overcome: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rPr dirty="0"/>
              <a:t>  • Switched from Claude (legacy) to Nova on day 1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rPr dirty="0"/>
              <a:t>  • </a:t>
            </a:r>
            <a:r>
              <a:rPr lang="en-US" sz="1600" dirty="0"/>
              <a:t>Used </a:t>
            </a:r>
            <a:r>
              <a:rPr lang="en-US" sz="1600" b="1" dirty="0"/>
              <a:t>moto</a:t>
            </a:r>
            <a:r>
              <a:rPr lang="en-US" sz="1600" dirty="0"/>
              <a:t> (AWS mock library) to simulate few </a:t>
            </a:r>
            <a:r>
              <a:rPr lang="en-US" sz="1600"/>
              <a:t>services 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• </a:t>
            </a:r>
            <a:r>
              <a:rPr dirty="0"/>
              <a:t>Lambda Function URL restrictions — used S3 static hosting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98733" y="2286000"/>
            <a:ext cx="216405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B71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Dashboard: http://amzn-hackthon-it-ticket-system.s3-website-us-west-2.amazonaws.com</a:t>
            </a:r>
          </a:p>
          <a:p>
            <a:pPr algn="ctr">
              <a:defRPr sz="1400">
                <a:solidFill>
                  <a:srgbClr val="555555"/>
                </a:solidFill>
              </a:defRPr>
            </a:pPr>
            <a:r>
              <a:t>GitHub: https://github.com/sksmartcoder/agent-code</a:t>
            </a:r>
          </a:p>
          <a:p>
            <a:pPr algn="ctr">
              <a:defRPr sz="1400">
                <a:solidFill>
                  <a:srgbClr val="555555"/>
                </a:solidFill>
              </a:defRPr>
            </a:pPr>
            <a:endParaRPr/>
          </a:p>
          <a:p>
            <a:pPr algn="ctr">
              <a:defRPr sz="1400">
                <a:solidFill>
                  <a:srgbClr val="555555"/>
                </a:solidFill>
              </a:defRPr>
            </a:pPr>
            <a:r>
              <a:t>Built with: Amazon Bedrock · Strands SDK · AgentCore · Lambda · S3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567</Words>
  <Application>Microsoft Macintosh PowerPoint</Application>
  <PresentationFormat>Custom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Pavani Katta</cp:lastModifiedBy>
  <cp:revision>8</cp:revision>
  <dcterms:created xsi:type="dcterms:W3CDTF">2013-01-27T09:14:16Z</dcterms:created>
  <dcterms:modified xsi:type="dcterms:W3CDTF">2026-06-09T17:58:29Z</dcterms:modified>
  <cp:category/>
</cp:coreProperties>
</file>