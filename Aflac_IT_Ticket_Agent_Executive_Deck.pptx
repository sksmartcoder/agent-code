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 varScale="1">
        <p:scale>
          <a:sx n="95" d="100"/>
          <a:sy n="95" d="100"/>
        </p:scale>
        <p:origin x="200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74969" y="2011680"/>
            <a:ext cx="601158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B71"/>
                </a:solidFill>
              </a:defRPr>
            </a:pPr>
            <a:r>
              <a:rPr dirty="0"/>
              <a:t> IT Ticket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t>AI-Powered IT Support Triage · Auto-Resolution ·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A4E4"/>
                </a:solidFill>
              </a:defRPr>
            </a:pPr>
            <a:r>
              <a:t>Aflac  ·  AWS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Engineers spend 2–4 hours diagnosing issues already solved last week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No institutional memory </a:t>
            </a:r>
            <a:r>
              <a:rPr lang="en-US" dirty="0"/>
              <a:t>-</a:t>
            </a:r>
            <a:r>
              <a:rPr dirty="0"/>
              <a:t> every incident starts from scratch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Tickets land with the wrong team, causing delays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No audit trail of what was tried or what worked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80% of IT tickets are recurring patterns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→ Slow resolution · Frustrated teams · Repeated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An AI agent that reads, classifies, remembers, and resolves IT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Understands natural language tickets instantly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Classifies by category (CI/CD, Data, Infra, IAM, Network) and severity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Checks pattern memory </a:t>
            </a:r>
            <a:r>
              <a:rPr lang="en-US" dirty="0"/>
              <a:t>-</a:t>
            </a:r>
            <a:r>
              <a:rPr dirty="0"/>
              <a:t> detects if issue was solved before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Routes to the right specialist AI agent automatically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Suggests proven fixes for recurring issues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Human approves every fix before it's applied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rPr dirty="0"/>
              <a:t>• Learns from every resolution </a:t>
            </a:r>
            <a:r>
              <a:rPr lang="en-US" dirty="0"/>
              <a:t>-</a:t>
            </a:r>
            <a:r>
              <a:rPr dirty="0"/>
              <a:t> gets smarter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⚡  Recurring issues resolved in seconds (was 30–60 min)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🎯  5 specialist domains: CI/CD, Data/ETL, Infra, IAM, Network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🧠  Self-learning — improves with every resolved ticket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👤  Human-in-the-loop — operator approves every fix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📊  Full audit trail — every decision logged and traceable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🔒  Compliance ready — no auto-apply without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1.  Ticket submitted → AI reads and classifies instantly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2.  Pattern memory checked → known issue? suggest proven fix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3.  New issue? → specialist agent investigates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4.  Agent provides remediation steps + confidence score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5.  Human operator reviews and approves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6.  Resolution saved → system learns for next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Technical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Entry: S3 Static Dashboard → Lambda API → AgentCore Runtime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Master Agent (Strands SDK + Bedrock Nova Lite)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  → Classifies ticket → Matches patterns → Routes to specialist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Specialist Sub-Agents: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  CI/CD · Data/ETL · Infrastructure · Access/IAM · Network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Agent Message Bus — agents collaborate and share context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AWS Services: Bedrock, Lambda, S3, AgentCore, CloudWatch, Glue, DynamoDB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Live Demo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🔧  CI/CD — Pipeline failed, ECS OOM → RECURRING, 88% match, fix in seconds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🗄  Data/ETL — Glue job timeout → NEW, auto Glue job re-trigger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🖥  Infrastructure — EC2 unreachable, disk 98% → NEW, P1 Critical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🔑  Access/IAM — Lambda can't write to S3 → Permission fix suggested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🌐  Network — API Gateway 503, health checks failing → SG 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What worked well: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Amazon Nova Lite — fast, accurate, no legacy issues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S3 static site + Lambda — zero config, shareable URL instantly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Agent Message Bus — clean tracing of agent interactions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Challenges overcome: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Switched from Claude (legacy) to Nova on day 1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AgentCore 30s cold start — optimized with in-memory patterns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Lambda Function URL restrictions — used S3 static hosting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98733" y="2286000"/>
            <a:ext cx="216405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B71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Dashboard: http://amzn-hackthon-it-ticket-system.s3-website-us-west-2.amazonaws.com</a:t>
            </a:r>
          </a:p>
          <a:p>
            <a:pPr algn="ctr">
              <a:defRPr sz="1400">
                <a:solidFill>
                  <a:srgbClr val="555555"/>
                </a:solidFill>
              </a:defRPr>
            </a:pPr>
            <a:r>
              <a:t>GitHub: https://github.com/sksmartcoder/agent-code</a:t>
            </a:r>
          </a:p>
          <a:p>
            <a:pPr algn="ctr">
              <a:defRPr sz="1400">
                <a:solidFill>
                  <a:srgbClr val="555555"/>
                </a:solidFill>
              </a:defRPr>
            </a:pPr>
            <a:endParaRPr/>
          </a:p>
          <a:p>
            <a:pPr algn="ctr">
              <a:defRPr sz="1400">
                <a:solidFill>
                  <a:srgbClr val="555555"/>
                </a:solidFill>
              </a:defRPr>
            </a:pPr>
            <a:r>
              <a:t>Built with: Amazon Bedrock · Strands SDK · AgentCore · Lambda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573</Words>
  <Application>Microsoft Macintosh PowerPoint</Application>
  <PresentationFormat>Custom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Pavani Katta</cp:lastModifiedBy>
  <cp:revision>3</cp:revision>
  <dcterms:created xsi:type="dcterms:W3CDTF">2013-01-27T09:14:16Z</dcterms:created>
  <dcterms:modified xsi:type="dcterms:W3CDTF">2026-06-09T11:43:21Z</dcterms:modified>
  <cp:category/>
</cp:coreProperties>
</file>