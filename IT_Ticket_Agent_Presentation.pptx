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10972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E6EDF3"/>
                </a:solidFill>
              </a:rPr>
              <a:t>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8A6FF"/>
                </a:solidFill>
              </a:rPr>
              <a:t>IT Ticket 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</a:rPr>
              <a:t>AI-Powered IT Support Triage · Multi-Agent System · Amazon Bedrock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749039"/>
            <a:ext cx="1289304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3767327"/>
            <a:ext cx="11978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8A6FF"/>
                </a:solidFill>
              </a:rPr>
              <a:t>Strands SDK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3749039"/>
            <a:ext cx="2093976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59" y="3767327"/>
            <a:ext cx="2002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900"/>
                </a:solidFill>
              </a:rPr>
              <a:t>Amazon Bedrock Nova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749039"/>
            <a:ext cx="118872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767327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900"/>
                </a:solidFill>
              </a:rPr>
              <a:t>AWS Lambda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749039"/>
            <a:ext cx="1892808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3767327"/>
            <a:ext cx="1801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371F7"/>
                </a:solidFill>
              </a:rPr>
              <a:t>AgentCore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AWS Hackathon 2026  ·  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8A6FF"/>
                </a:solidFill>
              </a:rPr>
              <a:t>The Problem We Solved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6EDF3"/>
                </a:solidFill>
              </a:rPr>
              <a:t>Every day, IT teams waste hours on tickets that have already been solved before.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5778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6EDF3"/>
                </a:solidFill>
              </a:rPr>
              <a:t>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29922"/>
                </a:solidFill>
              </a:rPr>
              <a:t>Hours wasted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539495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Engineers spend 2-4 hours diagnosing issues that were solved last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5778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6EDF3"/>
                </a:solidFill>
              </a:rPr>
              <a:t>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02996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29922"/>
                </a:solidFill>
              </a:rPr>
              <a:t>Same problems, again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39495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No institutional memory — every incident starts from scratch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5778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6EDF3"/>
                </a:solidFill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5020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29922"/>
                </a:solidFill>
              </a:rPr>
              <a:t>Wrong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539495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Tickets land with the wrong team, causing delays and frustration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55778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6EDF3"/>
                </a:solidFill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95020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29922"/>
                </a:solidFill>
              </a:rPr>
              <a:t>No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539495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No record of what was tried, what worked, or why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5149"/>
                </a:solidFill>
              </a:rPr>
              <a:t>Result: Slow resolution · Frustrated engineers · Repeated mistakes · No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8A6FF"/>
                </a:solidFill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An AI agent that triages, routes, and resolves IT tickets automatically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</a:rP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1. Ticket Submitted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Engineer reports an IT issue in plain English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536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71F7"/>
                </a:solidFill>
              </a:rPr>
              <a:t>2. AI Understands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65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Bedrock AI reads and classifies the problem instantly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536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29922"/>
                </a:solidFill>
              </a:rPr>
              <a:t>3. Checks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65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Has this happened before? Pulls proven fix if 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118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</a:rPr>
              <a:t>4. Expert Takes 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69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Right specialist AI agent investigates the issue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47472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6118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</a:rPr>
              <a:t>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</a:rPr>
              <a:t>5. Human Approves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069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Operator reviews and approves the fix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47472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36118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</a:rPr>
              <a:t>6. Resolved &amp; Learned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069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Fixed and remembered for next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8A6FF"/>
                </a:solidFill>
              </a:rPr>
              <a:t>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508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6EDF3"/>
                </a:solidFill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FB950"/>
                </a:solidFill>
              </a:rPr>
              <a:t>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Recurring issues resolved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508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6EDF3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8A6FF"/>
                </a:solidFill>
              </a:rPr>
              <a:t>5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77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Specialist agents: CI/CD, Data, Infra, IAM,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38328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35204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6EDF3"/>
                </a:solidFill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371F7"/>
                </a:solidFill>
              </a:rPr>
              <a:t>Self-Learning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4389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Gets smarter with every resolved ticket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5204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6EDF3"/>
                </a:solidFill>
              </a:rP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Human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Operator approves every fix before it's applied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539496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5532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6EDF3"/>
                </a:solidFill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035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29922"/>
                </a:solidFill>
              </a:rPr>
              <a:t>Auto-Remediation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400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Glue jobs restarted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5394960"/>
            <a:ext cx="35661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5532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6EDF3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6035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FB950"/>
                </a:solidFill>
              </a:rPr>
              <a:t>Full Audit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6400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Every decision logged and traceable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8A6FF"/>
                </a:solidFill>
              </a:rPr>
              <a:t>Live Demo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44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CI/CD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CodePipeline deploy failed — ECS task OOM killed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00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6EDF3"/>
                </a:solidFill>
              </a:rPr>
              <a:t>RECURRING · 88% match · Proven fix in seconds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11430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</a:rPr>
              <a:t>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04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29922"/>
                </a:solidFill>
              </a:rPr>
              <a:t>Data/ETL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706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Glue job daily_claims_load failed with connection timeout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560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6EDF3"/>
                </a:solidFill>
              </a:rPr>
              <a:t>NEW · Data agent + auto Glue job re-trigger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11430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</a:rPr>
              <a:t>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</a:rP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307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EC2 instance unreachable, disk at 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520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6EDF3"/>
                </a:solidFill>
              </a:rPr>
              <a:t>NEW · Infra agent · P1 Critical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51960"/>
            <a:ext cx="11430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</a:rPr>
              <a:t>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25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29922"/>
                </a:solidFill>
              </a:rPr>
              <a:t>Access/IAM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908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Lambda function can't write to S3 bucket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480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6EDF3"/>
                </a:solidFill>
              </a:rPr>
              <a:t>NEW · IAM agent · Permission fix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11430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</a:rP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852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5149"/>
                </a:solidFill>
              </a:rPr>
              <a:t>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509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API gateway returning 503, health checks failing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440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6EDF3"/>
                </a:solidFill>
              </a:rPr>
              <a:t>NEW · Network agent · Security group 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8A6FF"/>
                </a:solidFill>
              </a:rPr>
              <a:t>Dashboard: http://amzn-hackthon-it-ticket-system.s3-website-us-west-2.amazonaws.com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8A6FF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Technical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ENTRY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2801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A6FF"/>
                </a:solidFill>
              </a:rPr>
              <a:t>🌐 S3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013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B949E"/>
                </a:solidFill>
              </a:rPr>
              <a:t>Static 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1508760"/>
            <a:ext cx="12801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5727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A6FF"/>
                </a:solidFill>
              </a:rPr>
              <a:t>λ Lambda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013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B949E"/>
                </a:solidFill>
              </a:rPr>
              <a:t>Function 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08760"/>
            <a:ext cx="12801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5727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A6FF"/>
                </a:solidFill>
              </a:rPr>
              <a:t>☁ AgentCore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8013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B949E"/>
                </a:solidFill>
              </a:rPr>
              <a:t>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8A6FF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417320"/>
            <a:ext cx="29260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481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🎯 Master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755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Strands SDK · Bedrock Nova Lite
Classify → Pattern → Route → 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737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8A6FF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417320"/>
            <a:ext cx="1828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481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371F7"/>
                </a:solidFill>
              </a:rPr>
              <a:t>☁ AgentCore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7556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Runtime · STM Memory
Observability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3774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371F7"/>
                </a:solidFill>
              </a:rPr>
              <a:t>AGENT MESSAGE BUS  ──  REQUEST · RESPONSE · NOTIFY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06040"/>
            <a:ext cx="11430000" cy="7315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743200"/>
            <a:ext cx="21031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</a:rPr>
              <a:t>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816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CICDAgent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154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CodePipeline
ECS · OOM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2743200"/>
            <a:ext cx="21031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</a:rPr>
              <a:t>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2816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29922"/>
                </a:solidFill>
              </a:rPr>
              <a:t>DataETLAgent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154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Glue · RDS
Auto re-run 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2743200"/>
            <a:ext cx="21031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</a:rPr>
              <a:t>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2816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FB950"/>
                </a:solidFill>
              </a:rPr>
              <a:t>InfraAgent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154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EC2 · EBS
Disk · CPU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2743200"/>
            <a:ext cx="21031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</a:rPr>
              <a:t>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2816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29922"/>
                </a:solidFill>
              </a:rPr>
              <a:t>AccessIAMAgent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154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Lambda · S3
Roles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0" y="2743200"/>
            <a:ext cx="21031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</a:rPr>
              <a:t>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2816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5149"/>
                </a:solidFill>
              </a:rPr>
              <a:t>NetworkAgent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154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VPC · ALB
API GW 503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3886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AWS SERVICES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114800"/>
            <a:ext cx="15087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160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FB950"/>
                </a:solidFill>
              </a:rPr>
              <a:t>🧠 Bedrock Nova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4165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FB950"/>
                </a:solidFill>
              </a:rPr>
              <a:t>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93392" y="4114800"/>
            <a:ext cx="15087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39112" y="4160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FB950"/>
                </a:solidFill>
              </a:rPr>
              <a:t>🪣 S3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39112" y="44165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FB950"/>
                </a:solidFill>
              </a:rPr>
              <a:t>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21024" y="4114800"/>
            <a:ext cx="15087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66744" y="4160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FB950"/>
                </a:solidFill>
              </a:rPr>
              <a:t>λ Lambda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66744" y="44165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FB950"/>
                </a:solidFill>
              </a:rPr>
              <a:t>LIVE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48656" y="4114800"/>
            <a:ext cx="15087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94376" y="4160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FB950"/>
                </a:solidFill>
              </a:rPr>
              <a:t>☁ AgentCore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94376" y="44165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FB950"/>
                </a:solidFill>
              </a:rPr>
              <a:t>READY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76288" y="4114800"/>
            <a:ext cx="15087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22008" y="4160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29922"/>
                </a:solidFill>
              </a:rPr>
              <a:t>🗃 DynamoDB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22008" y="44165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29922"/>
                </a:solidFill>
              </a:rPr>
              <a:t>moto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4114800"/>
            <a:ext cx="15087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49640" y="4160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29922"/>
                </a:solidFill>
              </a:rPr>
              <a:t>🔄 Glue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49640" y="44165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29922"/>
                </a:solidFill>
              </a:rPr>
              <a:t>moto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31552" y="4114800"/>
            <a:ext cx="15087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77272" y="4160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FB950"/>
                </a:solidFill>
              </a:rPr>
              <a:t>📊 CloudWatch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77272" y="44165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FB950"/>
                </a:solidFill>
              </a:rPr>
              <a:t>LIVE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49834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FB950"/>
                </a:solidFill>
              </a:rPr>
              <a:t>OBSERVABILITY: Agent Tracer → Agent Bus Log → CloudWatch Logs → GenAI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8A6FF"/>
                </a:solidFill>
              </a:rPr>
              <a:t>Agent-to-Agent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How specialist agents collaborate via the Message Bus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29922"/>
                </a:solidFill>
              </a:rPr>
              <a:t>Example: Glue job timeout with storage issue detected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🎯 MasterAgent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647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8A6FF"/>
                </a:solidFill>
              </a:rPr>
              <a:t>──REQUEST──▶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7647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🗄 DataETLAgent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391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ticket_id · description · category=Data/ETL · severity=P2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41448"/>
            <a:ext cx="11430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🗄 DataETLAgent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146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29922"/>
                </a:solidFill>
              </a:rPr>
              <a:t>──NOTIFY──▶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514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🖥 InfraAgent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storage keywords detected → consulting peer agent for disk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91256"/>
            <a:ext cx="11430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644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🖥 InfraAgent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2644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FB950"/>
                </a:solidFill>
              </a:rPr>
              <a:t>──RESPONSE──▶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2644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🗄 DataETLAgent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387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disk remediation steps: clean /tmp, extend EBS volume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41064"/>
            <a:ext cx="11430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142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🗄 DataETLAgent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0142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900"/>
                </a:solidFill>
              </a:rPr>
              <a:t>──ACTION──▶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0142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AWS Glue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8853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start_job_run(JobName='daily_claims_load') → Job Run ID: 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90872"/>
            <a:ext cx="11430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640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🗄 DataETLAgent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7640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FB950"/>
                </a:solidFill>
              </a:rPr>
              <a:t>──RESPONSE──▶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7640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🎯 MasterAgent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03834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issue_summary · remediation_steps (merged) · confidence=HIGH · glue_run_id=01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440679"/>
            <a:ext cx="11430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5138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🎯 MasterAgent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551383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900"/>
                </a:solidFill>
              </a:rPr>
              <a:t>──APPROVAL──▶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55138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👤 Operator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788151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Fix presented → operator types 'approve' → RESOLVED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8A6FF"/>
                </a:solidFill>
              </a:rPr>
              <a:t>Key Learnings from the Hackathon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577840" cy="5212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✅  What Worked 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• Amazon Nova Lite — fast, accurate, no legacy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7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• S3 static site + Lambda — zero port config, shareable URL instantly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3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• Dependency injection — trivial to swap real vs mock 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• Agent Message Bus — clean tracing of agent interactions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• moto mock — full DynamoDB/S3/Glue without permissions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52120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29922"/>
                </a:solidFill>
              </a:rPr>
              <a:t>⚠  Challenges Hit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• Claude models marked legacy — switched to Nova on day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7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• Strands SDK streaming incompatible with Nova — used direct boto3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3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• AgentCore 30s cold start limit — dropped moto, used Python dicts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434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• Lambda Function URL 403 — account-level restriction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1663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• No DynamoDB/CloudFormation permissions on EC2 role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8A6FF"/>
                </a:solidFill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Roadmap to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</a:rPr>
              <a:t>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Real DynamoDB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Replace moto with real DynamoDB tables for persistent ticket history and pattern learning across 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36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29922"/>
                </a:solidFill>
              </a:rPr>
              <a:t>IAM 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Grant DynamoDB, Glue, and CloudFormation permissions to enable full AWS integration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</a:rPr>
              <a:t>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278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71F7"/>
                </a:solidFill>
              </a:rPr>
              <a:t>Slack / Email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576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Notify on-call engineers automatically when P1 tickets are created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06324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278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</a:rPr>
              <a:t>Analytics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6576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Track resolution times, recurring patterns, and agent performance over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</a:rP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19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</a:rPr>
              <a:t>Real Glue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Connect to actual AWS Glue jobs for real ETL auto-remediation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75488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919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5149"/>
                </a:solidFill>
              </a:rPr>
              <a:t>API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349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Expose the agent as a REST API for integration with ServiceNow, Jira, PagerDuty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9144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E6EDF3"/>
                </a:solidFill>
              </a:rPr>
              <a:t>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8A6FF"/>
                </a:solidFill>
              </a:rPr>
              <a:t>IT Ticket 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Built in one hackathon session · Powered by 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4846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547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🌐 Live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822191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http://amzn-hackthon-it-ticket-system.s3-website-us-west-2.amazonaws.com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3474720"/>
            <a:ext cx="4846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3547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📐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822191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...amazonaws.com/architecture.html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4846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70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🔄 Process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451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...amazonaws.com/process_flow.html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4297680"/>
            <a:ext cx="4846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370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💻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6451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</a:rPr>
              <a:t>https://github.com/sksmartcoder/agent-code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6EDF3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