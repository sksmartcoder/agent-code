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10972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>
                <a:solidFill>
                  <a:srgbClr val="E6EDF3"/>
                </a:solidFill>
              </a:rPr>
              <a:t>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58A6FF"/>
                </a:solidFill>
              </a:rPr>
              <a:t>IT Ticket Intelligence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B949E"/>
                </a:solidFill>
              </a:rPr>
              <a:t>AI-Powered IT Support Triage · Multi-Agent System · Amazon Bedrock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749039"/>
            <a:ext cx="1289304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3767327"/>
            <a:ext cx="11978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Strands SDK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3749039"/>
            <a:ext cx="2093976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3767327"/>
            <a:ext cx="2002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Amazon Bedrock Nova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749039"/>
            <a:ext cx="1188720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3767327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AWS Lambda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749039"/>
            <a:ext cx="1892808" cy="256032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767327"/>
            <a:ext cx="1801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371F7"/>
                </a:solidFill>
              </a:rPr>
              <a:t>AgentCore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</a:rPr>
              <a:t>AWS Hackathon 2026  ·  Team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The Problem We Solved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6EDF3"/>
                </a:solidFill>
              </a:rPr>
              <a:t>Every day, IT teams waste hours on tickets that have already been solved before.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557784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6EDF3"/>
                </a:solidFill>
              </a:rPr>
              <a:t>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Hours wasted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39495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Engineers spend 2-4 hours diagnosing issues that were solved last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920240"/>
            <a:ext cx="557784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6EDF3"/>
                </a:solidFill>
              </a:rP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029968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Same problems, again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539495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No institutional memory — every incident starts from scratch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57784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6EDF3"/>
                </a:solidFill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950208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Wrong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97680"/>
            <a:ext cx="539495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Tickets land with the wrong team, causing delays and frustration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577840" cy="173736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6EDF3"/>
                </a:solidFill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950208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No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297680"/>
            <a:ext cx="539495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No record of what was tried, what worked, or why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85149"/>
                </a:solidFill>
              </a:rPr>
              <a:t>Result: Slow resolution · Frustrated engineers · Repeated mistakes · No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An AI agent that triages, routes, and resolves IT tickets automatically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36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1. Ticket Submitted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Engineer reports an IT issue in plain English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7160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36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371F7"/>
                </a:solidFill>
              </a:rPr>
              <a:t>2. AI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9659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Bedrock AI reads and classifies the problem instantly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5087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1536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29922"/>
                </a:solidFill>
              </a:rPr>
              <a:t>3. Checks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9659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Has this happened before? Pulls proven fix if 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11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639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4. Expert Takes 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Right specialist AI agent investigates the issue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47472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611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639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900"/>
                </a:solidFill>
              </a:rPr>
              <a:t>5. Human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069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Operator reviews and approves the fix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47472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36118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6EDF3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6393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6. Resolved &amp; Learned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40690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Fixed and remembered for next 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Business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15087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FB950"/>
                </a:solidFill>
              </a:rPr>
              <a:t>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Recurring issues resolved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5087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</a:rPr>
              <a:t>5 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7744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Specialist agents: CI/CD, Data, Infra, IAM,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352044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4023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371F7"/>
                </a:solidFill>
              </a:rPr>
              <a:t>Self-Learning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43891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Gets smarter with every resolved ticket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8328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52044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023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900"/>
                </a:solidFill>
              </a:rPr>
              <a:t>Human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891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Operator approves every fix before it's applied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539496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5532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6035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29922"/>
                </a:solidFill>
              </a:rPr>
              <a:t>Auto-Remediation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6400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Glue jobs restarted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5394960"/>
            <a:ext cx="356616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5532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E6EDF3"/>
                </a:solidFill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6035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FB950"/>
                </a:solidFill>
              </a:rPr>
              <a:t>Full Audit Trail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6400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B949E"/>
                </a:solidFill>
              </a:rPr>
              <a:t>Every decision logged and traceable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Live Demo Scenarios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14300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447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CI/CD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CodePipeline deploy failed — ECS task OOM killed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6002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6EDF3"/>
                </a:solidFill>
              </a:rPr>
              <a:t>RECURRING · 88% match · Proven fix in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14300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</a:rPr>
              <a:t>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Data/ETL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7063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Glue job daily_claims_load failed with connection timeout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5603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6EDF3"/>
                </a:solidFill>
              </a:rPr>
              <a:t>NEW · Data agent + auto Glue job re-trigger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91840"/>
            <a:ext cx="114300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</a:rPr>
              <a:t>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</a:rPr>
              <a:t>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3075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EC2 instance unreachable, disk at 98%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520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6EDF3"/>
                </a:solidFill>
              </a:rPr>
              <a:t>NEW · Infra agent · P1 Critical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51960"/>
            <a:ext cx="114300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251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29922"/>
                </a:solidFill>
              </a:rPr>
              <a:t>Access/IAM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908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Lambda function can't write to S3 bucket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4805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6EDF3"/>
                </a:solidFill>
              </a:rPr>
              <a:t>NEW · IAM agent · Permission fix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12080"/>
            <a:ext cx="11430000" cy="86868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852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5149"/>
                </a:solidFill>
              </a:rPr>
              <a:t>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65099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API gateway returning 503, health checks failing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4406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6EDF3"/>
                </a:solidFill>
              </a:rPr>
              <a:t>NEW · Network agent · Security group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2179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Dashboard: http://amzn-hackthon-it-ticket-system.s3-website-us-west-2.amazonaws.com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Technical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ENTRY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28016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</a:rPr>
              <a:t>🌐 S3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0136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B949E"/>
                </a:solidFill>
              </a:rPr>
              <a:t>Static 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508760"/>
            <a:ext cx="128016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5727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</a:rPr>
              <a:t>λ Lambda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0136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B949E"/>
                </a:solidFill>
              </a:rPr>
              <a:t>Function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128016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5727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</a:rPr>
              <a:t>☁ AgentCore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80136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B949E"/>
                </a:solidFill>
              </a:rPr>
              <a:t>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417320"/>
            <a:ext cx="292608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4813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</a:rPr>
              <a:t>🎯 Master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7556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Strands SDK · Bedrock Nova Lite
Classify → Pattern → Route → Approve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37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8A6FF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417320"/>
            <a:ext cx="1828800" cy="777240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481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371F7"/>
                </a:solidFill>
              </a:rPr>
              <a:t>☁ AgentCore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17556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Runtime · STM Memory
Observability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3774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371F7"/>
                </a:solidFill>
              </a:rPr>
              <a:t>AGENT MESSAGE BUS  ──  REQUEST · RESPONSE · NOTIFY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11430000" cy="73152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743200"/>
            <a:ext cx="210312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88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DF3"/>
                </a:solidFill>
              </a:rPr>
              <a:t>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A6FF"/>
                </a:solidFill>
              </a:rPr>
              <a:t>CICDAgent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1546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CodePipeline
ECS · OOM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2743200"/>
            <a:ext cx="210312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0" y="2788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DF3"/>
                </a:solidFill>
              </a:rPr>
              <a:t>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29922"/>
                </a:solidFill>
              </a:rPr>
              <a:t>DataETLAgent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1546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Glue · RDS
Auto re-run 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743200"/>
            <a:ext cx="210312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2788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DF3"/>
                </a:solidFill>
              </a:rPr>
              <a:t>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</a:rPr>
              <a:t>InfraAgent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31546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EC2 · EBS
Disk · CPU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2743200"/>
            <a:ext cx="210312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0" y="2788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DF3"/>
                </a:solidFill>
              </a:rPr>
              <a:t>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29922"/>
                </a:solidFill>
              </a:rPr>
              <a:t>AccessIAMAgent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31546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Lambda · S3
Roles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2743200"/>
            <a:ext cx="210312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2788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6EDF3"/>
                </a:solidFill>
              </a:rPr>
              <a:t>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2816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85149"/>
                </a:solidFill>
              </a:rPr>
              <a:t>NetworkAgent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1546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VPC · ALB
API GW 503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3886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AWS SERVICES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</a:rPr>
              <a:t>🧠 Bedrock Nova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LIVE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93392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39112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</a:rPr>
              <a:t>🪣 S3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9112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21024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66744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</a:rPr>
              <a:t>λ Lambda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66744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LIVE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48656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94376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</a:rPr>
              <a:t>☁ AgentCore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94376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READY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76288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22008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29922"/>
                </a:solidFill>
              </a:rPr>
              <a:t>🗃 DynamoDB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8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D29922"/>
                </a:solidFill>
              </a:rPr>
              <a:t>moto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03920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29922"/>
                </a:solidFill>
              </a:rPr>
              <a:t>🔄 Glue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D29922"/>
                </a:solidFill>
              </a:rPr>
              <a:t>moto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131552" y="4114800"/>
            <a:ext cx="150876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177272" y="4160520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</a:rPr>
              <a:t>📊 CloudWatch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77272" y="44165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3FB950"/>
                </a:solidFill>
              </a:rPr>
              <a:t>LIVE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49834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FB950"/>
                </a:solidFill>
              </a:rPr>
              <a:t>OBSERVABILITY: Agent Tracer → Agent Bus Log → CloudWatch Logs → GenAI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Agent-to-Agent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How specialist agents collaborate via the Message Bus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29922"/>
                </a:solidFill>
              </a:rPr>
              <a:t>Example: Glue job timeout with storage issue detected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647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🎯 MasterAgent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7647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</a:rPr>
              <a:t>──REQUEST──▶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7647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🗄 DataETLAgent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ticket_id · description · category=Data/ETL · severity=P2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41448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🗄 DataETLAgent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51460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29922"/>
                </a:solidFill>
              </a:rPr>
              <a:t>──NOTIFY──▶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514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🖥 InfraAgent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storage keywords detected → consulting peer agent for disk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91256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644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🖥 InfraAgent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2644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FB950"/>
                </a:solidFill>
              </a:rPr>
              <a:t>──RESPONSE──▶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2644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🗄 DataETLAgent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3872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disk remediation steps: clean /tmp, extend EBS volume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41064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14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🗄 DataETLAgent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01421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──ACTION──▶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4014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AWS Glue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288536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start_job_run(JobName='daily_claims_load') → Job Run ID: 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90872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7640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🗄 DataETLAgent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7640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FB950"/>
                </a:solidFill>
              </a:rPr>
              <a:t>──RESPONSE──▶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47640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🎯 MasterAgent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3834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issue_summary · remediation_steps (merged) · confidence=HIGH · glue_run_id=01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40679"/>
            <a:ext cx="11430000" cy="658368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138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🎯 MasterAgent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513831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F9900"/>
                </a:solidFill>
              </a:rPr>
              <a:t>──APPROVAL──▶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5138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</a:rPr>
              <a:t>👤 Operator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788151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Fix presented → operator types 'approve' → RESOLVED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Key Learnings from the Hackathon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577840" cy="5212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</a:rPr>
              <a:t>✅  What Worked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Amazon Nova Lite — fast, accurate, no legacy issues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7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S3 static site + Lambda — zero port config, shareable URL instantly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3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Dependency injection — trivial to swap real vs mock AWS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Agent Message Bus — clean tracing of agent interactions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moto mock — full DynamoDB/S3/Glue without permissions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577840" cy="521208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29922"/>
                </a:solidFill>
              </a:rPr>
              <a:t>⚠  Challenges Hit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Claude models marked legacy — switched to Nova on day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9747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Strands SDK streaming incompatible with Nova — used direct boto3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39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AgentCore 30s cold start limit — dropped moto, used Python dicts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Lambda Function URL 403 — account-level restriction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</a:rPr>
              <a:t>• No DynamoDB/CloudFormation permissions on EC2 role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Roadmap to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1430000" cy="1828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5361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</a:rPr>
              <a:t>Real 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Replace moto with real DynamoDB tables for persistent ticket history and pattern learning across sessions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361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29922"/>
                </a:solidFill>
              </a:rPr>
              <a:t>IAM Permissions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65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Grant DynamoDB, Glue, and CloudFormation permissions to enable full AWS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4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278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371F7"/>
                </a:solidFill>
              </a:rPr>
              <a:t>Slack / Email 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576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Notify on-call engineers automatically when P1 tickets are created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6324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278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</a:rPr>
              <a:t>Analytics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576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Track resolution times, recurring patterns, and agent performance over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194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900"/>
                </a:solidFill>
              </a:rPr>
              <a:t>Real Glue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Connect to actual AWS Glue jobs for real ETL auto-remediation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754880"/>
            <a:ext cx="5577840" cy="1554480"/>
          </a:xfrm>
          <a:prstGeom prst="rect">
            <a:avLst/>
          </a:prstGeom>
          <a:solidFill>
            <a:srgbClr val="161B22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34924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</a:rPr>
              <a:t>Expose the agent as a REST API for integration with ServiceNow, Jira, PagerDuty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9144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>
                <a:solidFill>
                  <a:srgbClr val="E6EDF3"/>
                </a:solidFill>
              </a:rPr>
              <a:t>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58A6FF"/>
                </a:solidFill>
              </a:rPr>
              <a:t>IT Ticket Intelligence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</a:rPr>
              <a:t>Built in one hackathon session · Powered by 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48463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5478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🌐 Live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22191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http://amzn-hackthon-it-ticket-system.s3-website-us-west-2.amazonaws.com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3474720"/>
            <a:ext cx="48463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35478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📐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3822191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...amazonaws.com/architecture.html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48463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3708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🔄 Process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645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...amazonaws.com/process_flow.html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4297680"/>
            <a:ext cx="48463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3708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</a:rPr>
              <a:t>💻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6451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</a:rPr>
              <a:t>https://github.com/sksmartcoder/agent-code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6EDF3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